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4" r:id="rId4"/>
  </p:sldMasterIdLst>
  <p:notesMasterIdLst>
    <p:notesMasterId r:id="rId29"/>
  </p:notesMasterIdLst>
  <p:handoutMasterIdLst>
    <p:handoutMasterId r:id="rId30"/>
  </p:handoutMasterIdLst>
  <p:sldIdLst>
    <p:sldId id="346" r:id="rId5"/>
    <p:sldId id="347" r:id="rId6"/>
    <p:sldId id="349" r:id="rId7"/>
    <p:sldId id="350" r:id="rId8"/>
    <p:sldId id="359" r:id="rId9"/>
    <p:sldId id="348" r:id="rId10"/>
    <p:sldId id="351" r:id="rId11"/>
    <p:sldId id="358" r:id="rId12"/>
    <p:sldId id="363" r:id="rId13"/>
    <p:sldId id="360" r:id="rId14"/>
    <p:sldId id="361" r:id="rId15"/>
    <p:sldId id="364" r:id="rId16"/>
    <p:sldId id="356" r:id="rId17"/>
    <p:sldId id="365" r:id="rId18"/>
    <p:sldId id="366" r:id="rId19"/>
    <p:sldId id="368" r:id="rId20"/>
    <p:sldId id="367" r:id="rId21"/>
    <p:sldId id="371" r:id="rId22"/>
    <p:sldId id="372" r:id="rId23"/>
    <p:sldId id="373" r:id="rId24"/>
    <p:sldId id="369" r:id="rId25"/>
    <p:sldId id="370" r:id="rId26"/>
    <p:sldId id="374" r:id="rId27"/>
    <p:sldId id="31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" userDrawn="1">
          <p15:clr>
            <a:srgbClr val="A4A3A4"/>
          </p15:clr>
        </p15:guide>
        <p15:guide id="3" orient="horz" pos="4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50" autoAdjust="0"/>
  </p:normalViewPr>
  <p:slideViewPr>
    <p:cSldViewPr snapToGrid="0">
      <p:cViewPr>
        <p:scale>
          <a:sx n="59" d="100"/>
          <a:sy n="59" d="100"/>
        </p:scale>
        <p:origin x="1224" y="408"/>
      </p:cViewPr>
      <p:guideLst>
        <p:guide pos="384"/>
        <p:guide orient="horz" pos="432"/>
      </p:guideLst>
    </p:cSldViewPr>
  </p:slideViewPr>
  <p:outlineViewPr>
    <p:cViewPr>
      <p:scale>
        <a:sx n="33" d="100"/>
        <a:sy n="33" d="100"/>
      </p:scale>
      <p:origin x="0" y="-75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5021B7-1B22-1F4A-A113-AD9D82C8841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7A52A-2D7B-7979-E74E-A2537ABF3D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000991-0BD2-4555-82A9-FE70E0B25E96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46254-8EAF-6B93-3D5E-58ABE07798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867B0-261F-6078-23E1-11AF939E64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C6AE50-8885-4B23-A76A-E66140BA91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974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CAA0BC-6609-4556-8B76-A1EDF3B4E98C}" type="datetimeFigureOut">
              <a:rPr lang="en-US" smtClean="0"/>
              <a:t>7/12/2026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70A596-7141-45E9-836C-E467146705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9599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37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678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3543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6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5A887-FE65-22FC-DEB8-7BEFDC53F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95AA4-1E1A-765B-0541-04D51437B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E2D79-AD69-9732-CA3A-0450D9659C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0331DD-5EB0-13F8-087A-80F184260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965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1257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7597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3F463-245A-FAF2-A0F9-79B93616D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A73C04-7354-CC48-87B3-198837918A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9F143-1064-590C-18E4-A13C748DB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E9783-0323-9635-D0F0-9256C59C3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4805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5E7B8-E169-01CC-7580-2529CF19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D9CAA-9460-E618-962F-4E037B434B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700B4-EFD4-5D89-2238-92F8EC425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DBF76-B834-B42B-A6B0-3A769C335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433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60760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0D11-90FE-67C1-48DF-ACDEDAD6B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82B5FD-32B7-D19C-2A13-6F37BFEC4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4A853-55B0-1BE6-BE87-AAD7071D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14B0D-E164-9851-BDB5-24C26079A7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077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AA55C-9726-7CFD-BAC5-A5271E08B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D47231-2356-D810-63D0-4CE1EA6CD5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F32A90-D353-4F71-B921-3F88DBE6A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AC907-41AE-FE47-822E-4D122B6CB3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630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73C5B-F6ED-49AE-6F1E-DC3BED988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BB597A-FD9A-0794-A077-63DA87EE5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888729-72A6-DA76-6F74-DA2EF43BC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B44B7-8ED7-53C6-5EDC-0C66782B33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832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70A596-7141-45E9-836C-E467146705E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2483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83411" y="276045"/>
            <a:ext cx="6539607" cy="6254151"/>
          </a:xfrm>
          <a:noFill/>
        </p:spPr>
        <p:txBody>
          <a:bodyPr tIns="45720" bIns="45720" anchor="ctr">
            <a:normAutofit/>
          </a:bodyPr>
          <a:lstStyle>
            <a:lvl1pPr algn="l">
              <a:lnSpc>
                <a:spcPct val="80000"/>
              </a:lnSpc>
              <a:defRPr sz="54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5CC6334-85E9-4D27-CBDF-C57FEADEF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13675" y="0"/>
            <a:ext cx="4378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61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AEE19E19-543B-5742-0347-AB0738CF5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72290" y="0"/>
            <a:ext cx="5319711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1550" y="610408"/>
            <a:ext cx="6574536" cy="1069848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0" y="1719072"/>
            <a:ext cx="5666994" cy="4828032"/>
          </a:xfrm>
        </p:spPr>
        <p:txBody>
          <a:bodyPr lIns="45720">
            <a:normAutofit/>
          </a:bodyPr>
          <a:lstStyle>
            <a:lvl1pPr marL="347472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1pPr>
            <a:lvl2pPr marL="4114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/>
            </a:lvl2pPr>
            <a:lvl3pPr marL="6400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/>
            </a:lvl3pPr>
            <a:lvl4pPr marL="8686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4pPr>
            <a:lvl5pPr marL="10972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29893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399" y="4590288"/>
            <a:ext cx="11268457" cy="2084832"/>
          </a:xfrm>
          <a:noFill/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49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5CC6334-85E9-4D27-CBDF-C57FEADEF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05255" y="0"/>
            <a:ext cx="11277601" cy="4038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1227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with Subtitle 1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20495" y="182880"/>
            <a:ext cx="6431281" cy="4775662"/>
          </a:xfrm>
          <a:noFill/>
        </p:spPr>
        <p:txBody>
          <a:bodyPr tIns="45720" bIns="45720" anchor="b">
            <a:normAutofit/>
          </a:bodyPr>
          <a:lstStyle>
            <a:lvl1pPr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54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5111496"/>
            <a:ext cx="6431281" cy="1563623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5CC6334-85E9-4D27-CBDF-C57FEADEF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23017" y="0"/>
            <a:ext cx="4668983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3471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10378439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F373E6C-6E1B-99D9-3E64-3A21DE77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0" y="1721295"/>
            <a:ext cx="10378440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347472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2pPr>
            <a:lvl3pPr marL="6400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3pPr>
            <a:lvl4pPr marL="8686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4pPr>
            <a:lvl5pPr marL="10972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6957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Title with Subtitle 2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20495" y="182880"/>
            <a:ext cx="6083809" cy="4775662"/>
          </a:xfrm>
          <a:noFill/>
        </p:spPr>
        <p:txBody>
          <a:bodyPr tIns="45720" bIns="45720" anchor="b">
            <a:normAutofit/>
          </a:bodyPr>
          <a:lstStyle>
            <a:lvl1pPr algn="l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defRPr sz="54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400" y="5111496"/>
            <a:ext cx="6083809" cy="1563623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5CC6334-85E9-4D27-CBDF-C57FEADEF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62801" y="0"/>
            <a:ext cx="50292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874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wo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7775634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773C48-8B94-EF4A-AAEC-0E0BC7B8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0" y="1721295"/>
            <a:ext cx="3556748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2pPr>
            <a:lvl3pPr marL="1828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3pPr>
            <a:lvl4pPr marL="54864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4pPr>
            <a:lvl5pPr marL="73152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CED794E4-CAFD-57EF-562D-1B511C0B436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69166" y="1722513"/>
            <a:ext cx="3353233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2pPr>
            <a:lvl3pPr marL="18288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3pPr>
            <a:lvl4pPr marL="54864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4pPr>
            <a:lvl5pPr marL="731520" indent="-18288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Wingdings" panose="05000000000000000000" pitchFamily="2" charset="2"/>
              <a:buChar char=" 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B2B07F-7B8D-DEC3-9C46-CBE4FF4973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824480" y="0"/>
            <a:ext cx="3353233" cy="6858000"/>
          </a:xfrm>
        </p:spPr>
        <p:txBody>
          <a:bodyPr>
            <a:normAutofit/>
          </a:bodyPr>
          <a:lstStyle>
            <a:lvl1pPr algn="ctr">
              <a:defRPr sz="2000"/>
            </a:lvl1pPr>
          </a:lstStyle>
          <a:p>
            <a:pPr marL="182880" marR="0" lvl="0" indent="-182880" algn="ctr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SzTx/>
              <a:buFont typeface="Wingdings" pitchFamily="2" charset="2"/>
              <a:buChar char=""/>
              <a:tabLst/>
              <a:defRPr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21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10297830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0620DC6-4855-B19C-9254-765C0A93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0" y="1721295"/>
            <a:ext cx="3556748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512064" indent="-512064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eriod"/>
              <a:defRPr sz="2000"/>
            </a:lvl2pPr>
            <a:lvl3pPr marL="640080" indent="-512064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lphaLcPeriod"/>
              <a:defRPr sz="2000"/>
            </a:lvl3pPr>
            <a:lvl4pPr marL="822960" indent="-512064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rabicParenR"/>
              <a:defRPr sz="2000"/>
            </a:lvl4pPr>
            <a:lvl5pPr marL="1005840" indent="-512064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CED794E4-CAFD-57EF-562D-1B511C0B436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69165" y="1722513"/>
            <a:ext cx="6300216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2pPr>
            <a:lvl3pPr marL="347472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3pPr>
            <a:lvl4pPr marL="548640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4pPr>
            <a:lvl5pPr marL="731520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93873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6858000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08E45C30-4B4B-9EE4-4F4B-0BF4CC40D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49" y="1721295"/>
            <a:ext cx="5193792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1pPr>
            <a:lvl2pPr marL="5143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/>
            </a:lvl2pPr>
            <a:lvl3pPr marL="7429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/>
            </a:lvl3pPr>
            <a:lvl4pPr marL="9715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4pPr>
            <a:lvl5pPr marL="12001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AEE19E19-543B-5742-0347-AB0738CF585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43838" y="0"/>
            <a:ext cx="4348163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204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10306049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3731D21-7D54-218A-9F03-63AE185A3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49" y="1721295"/>
            <a:ext cx="3611880" cy="4232275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1pPr>
            <a:lvl2pPr marL="5143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800"/>
            </a:lvl2pPr>
            <a:lvl3pPr marL="7429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600"/>
            </a:lvl3pPr>
            <a:lvl4pPr marL="9715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4pPr>
            <a:lvl5pPr marL="1200150" indent="-28575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EB3AE1A8-5B0F-9196-C9DE-955EBB9EAB4E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984750" y="1722120"/>
            <a:ext cx="6292850" cy="42322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44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Two Conten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10297830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56ED250-9E22-5375-2FCD-5F6686AD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0710B12-97D2-6093-3A10-6A49F5B848A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71550" y="1721295"/>
            <a:ext cx="6283884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342900" indent="-34290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2pPr>
            <a:lvl3pPr marL="800100" indent="-3429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3pPr>
            <a:lvl4pPr marL="1165860" indent="-34290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4pPr>
            <a:lvl5pPr marL="1458468" indent="-342900">
              <a:spcBef>
                <a:spcPts val="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CED794E4-CAFD-57EF-562D-1B511C0B436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712633" y="1722513"/>
            <a:ext cx="3556748" cy="4826000"/>
          </a:xfrm>
        </p:spPr>
        <p:txBody>
          <a:bodyPr lIns="45720">
            <a:normAutofit/>
          </a:bodyPr>
          <a:lstStyle>
            <a:lvl1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 b="1"/>
            </a:lvl1pPr>
            <a:lvl2pPr marL="0" indent="0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None/>
              <a:defRPr sz="2000"/>
            </a:lvl2pPr>
            <a:lvl3pPr marL="347472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3pPr>
            <a:lvl4pPr marL="548640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4pPr>
            <a:lvl5pPr marL="731520" indent="-347472">
              <a:spcBef>
                <a:spcPts val="600"/>
              </a:spcBef>
              <a:spcAft>
                <a:spcPts val="12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23229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5493C70-6C32-8782-CA70-867555976A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6096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pc="3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71551" y="610409"/>
            <a:ext cx="10297830" cy="1065994"/>
          </a:xfrm>
        </p:spPr>
        <p:txBody>
          <a:bodyPr tIns="45720" bIns="45720" anchor="t">
            <a:normAutofit/>
          </a:bodyPr>
          <a:lstStyle>
            <a:lvl1pPr algn="l">
              <a:lnSpc>
                <a:spcPct val="80000"/>
              </a:lnSpc>
              <a:defRPr sz="2800" b="1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87" y="570062"/>
            <a:ext cx="609601" cy="365125"/>
          </a:xfrm>
          <a:prstGeom prst="rect">
            <a:avLst/>
          </a:prstGeom>
        </p:spPr>
        <p:txBody>
          <a:bodyPr/>
          <a:lstStyle>
            <a:lvl1pPr algn="ctr">
              <a:defRPr sz="1800" b="1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DF107D1D-FF48-5B8D-9B41-A023F6016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2362197" y="3297386"/>
            <a:ext cx="5333998" cy="609600"/>
          </a:xfrm>
          <a:prstGeom prst="rect">
            <a:avLst/>
          </a:prstGeom>
        </p:spPr>
        <p:txBody>
          <a:bodyPr anchor="ctr"/>
          <a:lstStyle>
            <a:lvl1pPr algn="l">
              <a:defRPr sz="1200" b="1" cap="all" spc="3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8EECD4CA-C265-0CEB-41C1-D4F3EC9B6D5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914400" y="1708150"/>
            <a:ext cx="10363200" cy="42322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0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  <p15:guide id="7" orient="horz" pos="1344">
          <p15:clr>
            <a:srgbClr val="FBAE40"/>
          </p15:clr>
        </p15:guide>
        <p15:guide id="8" pos="7008">
          <p15:clr>
            <a:srgbClr val="FBAE40"/>
          </p15:clr>
        </p15:guide>
        <p15:guide id="9" pos="67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775961" y="320040"/>
            <a:ext cx="5486400" cy="3685033"/>
          </a:xfrm>
          <a:noFill/>
        </p:spPr>
        <p:txBody>
          <a:bodyPr tIns="45720" bIns="45720" anchor="b">
            <a:normAutofit/>
          </a:bodyPr>
          <a:lstStyle>
            <a:lvl1pPr algn="r">
              <a:lnSpc>
                <a:spcPct val="80000"/>
              </a:lnSpc>
              <a:defRPr sz="5400" b="1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75962" y="4151376"/>
            <a:ext cx="5486399" cy="1883664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A5CC6334-85E9-4D27-CBDF-C57FEADEFC1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3783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006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296">
          <p15:clr>
            <a:srgbClr val="FBAE40"/>
          </p15:clr>
        </p15:guide>
        <p15:guide id="4" pos="384">
          <p15:clr>
            <a:srgbClr val="FBAE40"/>
          </p15:clr>
        </p15:guide>
        <p15:guide id="5" orient="horz" pos="432">
          <p15:clr>
            <a:srgbClr val="FBAE40"/>
          </p15:clr>
        </p15:guide>
        <p15:guide id="6" orient="horz" pos="388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bg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sv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sv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911EC-9528-4802-F5FA-B1328BA53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3411" y="276045"/>
            <a:ext cx="6539607" cy="6254151"/>
          </a:xfrm>
        </p:spPr>
        <p:txBody>
          <a:bodyPr>
            <a:normAutofit/>
          </a:bodyPr>
          <a:lstStyle/>
          <a:p>
            <a:r>
              <a:rPr lang="en-US" sz="4800" dirty="0" err="1">
                <a:solidFill>
                  <a:schemeClr val="bg2">
                    <a:lumMod val="75000"/>
                  </a:schemeClr>
                </a:solidFill>
              </a:rPr>
              <a:t>Uniconnect</a:t>
            </a:r>
            <a:br>
              <a:rPr lang="en-US" sz="4800" dirty="0">
                <a:solidFill>
                  <a:schemeClr val="bg2">
                    <a:lumMod val="75000"/>
                  </a:schemeClr>
                </a:solidFill>
              </a:rPr>
            </a:br>
            <a:br>
              <a:rPr lang="en-US" sz="24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bg2">
                    <a:lumMod val="75000"/>
                  </a:schemeClr>
                </a:solidFill>
              </a:rPr>
              <a:t> </a:t>
            </a:r>
            <a:r>
              <a:rPr lang="en-US" sz="2800" dirty="0"/>
              <a:t>private chat</a:t>
            </a:r>
            <a:endParaRPr lang="en-US" sz="3200" dirty="0"/>
          </a:p>
        </p:txBody>
      </p:sp>
      <p:pic>
        <p:nvPicPr>
          <p:cNvPr id="4" name="Picture Placeholder 9" descr="Pop art">
            <a:extLst>
              <a:ext uri="{FF2B5EF4-FFF2-40B4-BE49-F238E27FC236}">
                <a16:creationId xmlns:a16="http://schemas.microsoft.com/office/drawing/2014/main" id="{D5DF8D67-7237-995D-0822-D5FCB24788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" r="36"/>
          <a:stretch/>
        </p:blipFill>
        <p:spPr>
          <a:xfrm>
            <a:off x="7813675" y="0"/>
            <a:ext cx="4378325" cy="6858000"/>
          </a:xfrm>
        </p:spPr>
      </p:pic>
      <p:pic>
        <p:nvPicPr>
          <p:cNvPr id="5" name="Picture Placeholder 14" descr="Illustration of a person walking with a laptop open and on the phone">
            <a:extLst>
              <a:ext uri="{FF2B5EF4-FFF2-40B4-BE49-F238E27FC236}">
                <a16:creationId xmlns:a16="http://schemas.microsoft.com/office/drawing/2014/main" id="{65FCD79A-B62A-B232-8358-E73FA6EA75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" b="17"/>
          <a:stretch/>
        </p:blipFill>
        <p:spPr>
          <a:xfrm>
            <a:off x="12482657" y="-25880"/>
            <a:ext cx="4668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900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52727CF-00C1-B8AD-9139-A2C3BE5E08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1550" y="610408"/>
            <a:ext cx="6574536" cy="1069848"/>
          </a:xfrm>
        </p:spPr>
        <p:txBody>
          <a:bodyPr>
            <a:noAutofit/>
          </a:bodyPr>
          <a:lstStyle/>
          <a:p>
            <a:r>
              <a:rPr lang="en-US" dirty="0"/>
              <a:t>Explaining about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769D7E6-F69E-C72C-E58A-BF8B541C9E4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71550" y="1719072"/>
            <a:ext cx="5666994" cy="4828032"/>
          </a:xfrm>
        </p:spPr>
        <p:txBody>
          <a:bodyPr/>
          <a:lstStyle/>
          <a:p>
            <a:r>
              <a:rPr lang="en-US" dirty="0"/>
              <a:t>Registration page</a:t>
            </a:r>
          </a:p>
          <a:p>
            <a:r>
              <a:rPr lang="en-US" dirty="0"/>
              <a:t>Google sign in</a:t>
            </a:r>
          </a:p>
          <a:p>
            <a:r>
              <a:rPr lang="en-US" dirty="0"/>
              <a:t>Chat features</a:t>
            </a:r>
          </a:p>
          <a:p>
            <a:r>
              <a:rPr lang="en-US" dirty="0"/>
              <a:t>Other features</a:t>
            </a:r>
          </a:p>
        </p:txBody>
      </p:sp>
      <p:pic>
        <p:nvPicPr>
          <p:cNvPr id="2" name="Picture Placeholder 9" descr="Pop art">
            <a:extLst>
              <a:ext uri="{FF2B5EF4-FFF2-40B4-BE49-F238E27FC236}">
                <a16:creationId xmlns:a16="http://schemas.microsoft.com/office/drawing/2014/main" id="{8AD629E4-5C35-E363-7E98-2AD80087BB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" r="36"/>
          <a:stretch/>
        </p:blipFill>
        <p:spPr>
          <a:xfrm>
            <a:off x="12886946" y="0"/>
            <a:ext cx="4378325" cy="6858000"/>
          </a:xfrm>
          <a:prstGeom prst="rect">
            <a:avLst/>
          </a:prstGeom>
        </p:spPr>
      </p:pic>
      <p:pic>
        <p:nvPicPr>
          <p:cNvPr id="3" name="Picture Placeholder 14" descr="Illustration of a person walking with a laptop open and on the phone">
            <a:extLst>
              <a:ext uri="{FF2B5EF4-FFF2-40B4-BE49-F238E27FC236}">
                <a16:creationId xmlns:a16="http://schemas.microsoft.com/office/drawing/2014/main" id="{3D264738-6064-CFC4-1990-11275D172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" b="17"/>
          <a:stretch/>
        </p:blipFill>
        <p:spPr>
          <a:xfrm>
            <a:off x="7523017" y="0"/>
            <a:ext cx="4668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101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C8E419-6609-FB00-A6FB-CF2FE4C00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95" y="182880"/>
            <a:ext cx="6431281" cy="4775662"/>
          </a:xfrm>
        </p:spPr>
        <p:txBody>
          <a:bodyPr/>
          <a:lstStyle/>
          <a:p>
            <a:r>
              <a:rPr lang="en-US" dirty="0"/>
              <a:t>REGISTRATION PAGE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3EEA9A8-EB71-87F6-3F40-55DFE10EB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111496"/>
            <a:ext cx="6431281" cy="1563623"/>
          </a:xfrm>
        </p:spPr>
        <p:txBody>
          <a:bodyPr>
            <a:normAutofit/>
          </a:bodyPr>
          <a:lstStyle/>
          <a:p>
            <a:r>
              <a:rPr lang="en-US" sz="2000" dirty="0"/>
              <a:t>SPLASH  SCREEN</a:t>
            </a:r>
          </a:p>
          <a:p>
            <a:r>
              <a:rPr lang="en-US" sz="2000" dirty="0"/>
              <a:t>PASSWORD  BASED</a:t>
            </a:r>
          </a:p>
          <a:p>
            <a:r>
              <a:rPr lang="en-US" sz="2000" dirty="0"/>
              <a:t>GOOGLE  SIGN IN</a:t>
            </a:r>
          </a:p>
        </p:txBody>
      </p:sp>
      <p:pic>
        <p:nvPicPr>
          <p:cNvPr id="7" name="Picture Placeholder 6" descr="Illustration of a person standing next to a lightbulb">
            <a:extLst>
              <a:ext uri="{FF2B5EF4-FFF2-40B4-BE49-F238E27FC236}">
                <a16:creationId xmlns:a16="http://schemas.microsoft.com/office/drawing/2014/main" id="{6526C991-AA7E-5C22-BB36-5D774F0017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62801" y="0"/>
            <a:ext cx="5029200" cy="6858000"/>
          </a:xfrm>
          <a:prstGeom prst="rect">
            <a:avLst/>
          </a:prstGeom>
        </p:spPr>
      </p:pic>
      <p:pic>
        <p:nvPicPr>
          <p:cNvPr id="14" name="Picture Placeholder 14" descr="Illustration of a person walking with a laptop open and on the phone">
            <a:extLst>
              <a:ext uri="{FF2B5EF4-FFF2-40B4-BE49-F238E27FC236}">
                <a16:creationId xmlns:a16="http://schemas.microsoft.com/office/drawing/2014/main" id="{48D7DD0D-ED4D-7E41-C149-0E1C37C06D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17" b="17"/>
          <a:stretch/>
        </p:blipFill>
        <p:spPr>
          <a:xfrm>
            <a:off x="12434651" y="182880"/>
            <a:ext cx="4668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9906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850831-2806-BBAD-C5C6-C726CE6CD9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C7B6378-31DC-501C-D69C-FE16C1F0767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8620215" y="302404"/>
            <a:ext cx="2913561" cy="62531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E967389-ACDA-72A7-2649-3AC24F0C24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22" r="2078"/>
          <a:stretch>
            <a:fillRect/>
          </a:stretch>
        </p:blipFill>
        <p:spPr>
          <a:xfrm>
            <a:off x="971551" y="309174"/>
            <a:ext cx="2913561" cy="624642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2572DD-1C9D-415B-932A-4B40B86D0B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616" y="245535"/>
            <a:ext cx="2975326" cy="636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23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111F1-0830-D46D-750E-394CA957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1E63E74-BDFB-5C41-54DC-0571F94D45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672BE3FE-F35A-A424-0258-40E264F41B9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2545986" y="278754"/>
            <a:ext cx="2913561" cy="625319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66D407-B50B-501E-83D9-B635C8F4FCE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2"/>
          <a:stretch>
            <a:fillRect/>
          </a:stretch>
        </p:blipFill>
        <p:spPr>
          <a:xfrm>
            <a:off x="7568477" y="302403"/>
            <a:ext cx="2913559" cy="622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86103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D4B34CE-331A-F821-6081-413955244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88079" y="4793488"/>
            <a:ext cx="5059681" cy="946912"/>
          </a:xfrm>
        </p:spPr>
        <p:txBody>
          <a:bodyPr>
            <a:normAutofit/>
          </a:bodyPr>
          <a:lstStyle/>
          <a:p>
            <a:r>
              <a:rPr lang="en-US" dirty="0"/>
              <a:t>PRIVATE CHAT </a:t>
            </a:r>
          </a:p>
        </p:txBody>
      </p:sp>
      <p:pic>
        <p:nvPicPr>
          <p:cNvPr id="11" name="Picture Placeholder 10" descr="Graphic art of people">
            <a:extLst>
              <a:ext uri="{FF2B5EF4-FFF2-40B4-BE49-F238E27FC236}">
                <a16:creationId xmlns:a16="http://schemas.microsoft.com/office/drawing/2014/main" id="{37096BAD-01DF-08B0-E1C9-BFCCD7FFC7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45212"/>
            <a:ext cx="12192000" cy="4038600"/>
          </a:xfrm>
        </p:spPr>
      </p:pic>
      <p:pic>
        <p:nvPicPr>
          <p:cNvPr id="2" name="Picture Placeholder 6" descr="Illustration of a person standing next to a lightbulb">
            <a:extLst>
              <a:ext uri="{FF2B5EF4-FFF2-40B4-BE49-F238E27FC236}">
                <a16:creationId xmlns:a16="http://schemas.microsoft.com/office/drawing/2014/main" id="{36EC750C-BD9D-3A2A-A401-2505188B79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409323">
            <a:off x="12296504" y="-248195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0113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449AFA-44CF-0343-1B85-CA169B939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95" y="182880"/>
            <a:ext cx="6083809" cy="4775662"/>
          </a:xfrm>
        </p:spPr>
        <p:txBody>
          <a:bodyPr/>
          <a:lstStyle/>
          <a:p>
            <a:r>
              <a:rPr lang="en-US" dirty="0"/>
              <a:t>DIRECTORY PAGE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2E2B8D6-BB01-570C-E9B4-415F337AF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111496"/>
            <a:ext cx="6083809" cy="1563623"/>
          </a:xfrm>
        </p:spPr>
        <p:txBody>
          <a:bodyPr/>
          <a:lstStyle/>
          <a:p>
            <a:r>
              <a:rPr lang="en-US" dirty="0"/>
              <a:t>WHERE YOU CAN FIND NEW PEOPLE</a:t>
            </a:r>
          </a:p>
        </p:txBody>
      </p:sp>
      <p:pic>
        <p:nvPicPr>
          <p:cNvPr id="7" name="Picture Placeholder 6" descr="Illustration of a person standing next to a lightbulb">
            <a:extLst>
              <a:ext uri="{FF2B5EF4-FFF2-40B4-BE49-F238E27FC236}">
                <a16:creationId xmlns:a16="http://schemas.microsoft.com/office/drawing/2014/main" id="{0CB16882-A824-72E3-70AF-0AE820DF4A1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62801" y="0"/>
            <a:ext cx="5029200" cy="6858000"/>
          </a:xfrm>
        </p:spPr>
      </p:pic>
    </p:spTree>
    <p:extLst>
      <p:ext uri="{BB962C8B-B14F-4D97-AF65-F5344CB8AC3E}">
        <p14:creationId xmlns:p14="http://schemas.microsoft.com/office/powerpoint/2010/main" val="20812974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0CCA04-E35D-DB3E-02C8-4896E70F5A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A6E70F13-EAE6-9931-B895-78E62DE92C6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t="4827"/>
          <a:stretch>
            <a:fillRect/>
          </a:stretch>
        </p:blipFill>
        <p:spPr>
          <a:xfrm>
            <a:off x="2771739" y="454105"/>
            <a:ext cx="2938182" cy="5949789"/>
          </a:xfrm>
          <a:prstGeom prst="rect">
            <a:avLst/>
          </a:prstGeom>
        </p:spPr>
      </p:pic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FFBD7DAF-AAA3-50C5-04BB-187FBF6950FA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t="4804" r="2595"/>
          <a:stretch>
            <a:fillRect/>
          </a:stretch>
        </p:blipFill>
        <p:spPr>
          <a:xfrm>
            <a:off x="7437121" y="454105"/>
            <a:ext cx="2938182" cy="598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203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2C394-7173-2B7D-4B99-65C7D80B9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70D572-AA23-7E41-6CAD-5D33E488D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" y="3429000"/>
            <a:ext cx="6930282" cy="1946366"/>
          </a:xfrm>
        </p:spPr>
        <p:txBody>
          <a:bodyPr/>
          <a:lstStyle/>
          <a:p>
            <a:r>
              <a:rPr lang="en-US" dirty="0"/>
              <a:t>request &amp; RESPONSE</a:t>
            </a:r>
          </a:p>
        </p:txBody>
      </p:sp>
      <p:pic>
        <p:nvPicPr>
          <p:cNvPr id="6" name="Picture Placeholder 8" descr="Illustration of a person standing with a paper and pen">
            <a:extLst>
              <a:ext uri="{FF2B5EF4-FFF2-40B4-BE49-F238E27FC236}">
                <a16:creationId xmlns:a16="http://schemas.microsoft.com/office/drawing/2014/main" id="{95D1E3C1-926E-1D73-92AB-B1B563355A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2" b="142"/>
          <a:stretch/>
        </p:blipFill>
        <p:spPr>
          <a:xfrm>
            <a:off x="8824480" y="0"/>
            <a:ext cx="3353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02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88D3F-A40A-54A3-6819-388EFA411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07209-ED83-3CC1-E247-8325EC1E62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77" r="4883"/>
          <a:stretch>
            <a:fillRect/>
          </a:stretch>
        </p:blipFill>
        <p:spPr>
          <a:xfrm>
            <a:off x="1257706" y="173529"/>
            <a:ext cx="2938181" cy="6287579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2AC7E75-A002-A7A3-298A-729201EBF70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t="3888" r="3294" b="713"/>
          <a:stretch>
            <a:fillRect/>
          </a:stretch>
        </p:blipFill>
        <p:spPr>
          <a:xfrm>
            <a:off x="4956336" y="204529"/>
            <a:ext cx="2982363" cy="625657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E46230-260A-1331-529B-9F4597D4C37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28" t="3852" r="3818" b="1334"/>
          <a:stretch>
            <a:fillRect/>
          </a:stretch>
        </p:blipFill>
        <p:spPr>
          <a:xfrm>
            <a:off x="8712382" y="204528"/>
            <a:ext cx="2982362" cy="6288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268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671A-7A5D-ECD1-A226-ABCC03F74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A9F2FA2-76F7-F1A1-BD31-1D56A444CC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4" t="3037" r="6129"/>
          <a:stretch>
            <a:fillRect/>
          </a:stretch>
        </p:blipFill>
        <p:spPr>
          <a:xfrm>
            <a:off x="4963885" y="509451"/>
            <a:ext cx="2768461" cy="5839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A54208-CDA7-2594-8E12-BBA0CDF8EE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2" t="3037" r="3936"/>
          <a:stretch>
            <a:fillRect/>
          </a:stretch>
        </p:blipFill>
        <p:spPr>
          <a:xfrm>
            <a:off x="8621485" y="509450"/>
            <a:ext cx="2768461" cy="58390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B829FF-6358-559B-E1C7-DD088580B23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37" r="3313"/>
          <a:stretch>
            <a:fillRect/>
          </a:stretch>
        </p:blipFill>
        <p:spPr>
          <a:xfrm>
            <a:off x="1306285" y="509450"/>
            <a:ext cx="2768461" cy="5839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21846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6FC49-4655-4818-1AA8-62482637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2F8515-94F4-8FDD-8FE0-841A90F728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7797" y="3429000"/>
            <a:ext cx="6930282" cy="973183"/>
          </a:xfrm>
        </p:spPr>
        <p:txBody>
          <a:bodyPr/>
          <a:lstStyle/>
          <a:p>
            <a:r>
              <a:rPr lang="en-US" dirty="0"/>
              <a:t>IGNORE REQUEST</a:t>
            </a:r>
          </a:p>
        </p:txBody>
      </p:sp>
      <p:pic>
        <p:nvPicPr>
          <p:cNvPr id="6" name="Picture Placeholder 8" descr="Illustration of a person standing with a paper and pen">
            <a:extLst>
              <a:ext uri="{FF2B5EF4-FFF2-40B4-BE49-F238E27FC236}">
                <a16:creationId xmlns:a16="http://schemas.microsoft.com/office/drawing/2014/main" id="{75AD5292-1C28-05DB-761A-63324AF5B1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2" b="142"/>
          <a:stretch/>
        </p:blipFill>
        <p:spPr>
          <a:xfrm>
            <a:off x="8824480" y="0"/>
            <a:ext cx="3353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083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A44730-B754-40CD-87D5-B358E5194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1371" y="165308"/>
            <a:ext cx="8216480" cy="508039"/>
          </a:xfrm>
        </p:spPr>
        <p:txBody>
          <a:bodyPr>
            <a:normAutofit/>
          </a:bodyPr>
          <a:lstStyle/>
          <a:p>
            <a:r>
              <a:rPr lang="en-US" dirty="0"/>
              <a:t>User a 					         user b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ED963E-2F57-361C-E8BB-A5A2A6F860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2" t="3037" r="3936"/>
          <a:stretch>
            <a:fillRect/>
          </a:stretch>
        </p:blipFill>
        <p:spPr>
          <a:xfrm>
            <a:off x="1624149" y="606656"/>
            <a:ext cx="2860767" cy="60337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A1BC7B-11CA-C4D8-74B9-2A4BD2888B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368"/>
          <a:stretch>
            <a:fillRect/>
          </a:stretch>
        </p:blipFill>
        <p:spPr>
          <a:xfrm>
            <a:off x="7949701" y="673347"/>
            <a:ext cx="3114539" cy="5900402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D229167-8199-EE12-752F-1DB7C3CCB2A4}"/>
              </a:ext>
            </a:extLst>
          </p:cNvPr>
          <p:cNvCxnSpPr/>
          <p:nvPr/>
        </p:nvCxnSpPr>
        <p:spPr>
          <a:xfrm flipV="1">
            <a:off x="6459611" y="0"/>
            <a:ext cx="0" cy="6858000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8" name="Picture Placeholder 6" descr="Illustration of a person standing next to a lightbulb">
            <a:extLst>
              <a:ext uri="{FF2B5EF4-FFF2-40B4-BE49-F238E27FC236}">
                <a16:creationId xmlns:a16="http://schemas.microsoft.com/office/drawing/2014/main" id="{FC35C663-9686-E597-E826-961690EA5E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672559">
            <a:off x="12192000" y="0"/>
            <a:ext cx="50292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55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BFE65-BD8B-6530-FEA0-85E22578B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BBCAA0-4733-EA3F-9278-3A15F7FBF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0495" y="182880"/>
            <a:ext cx="6083809" cy="4775662"/>
          </a:xfrm>
        </p:spPr>
        <p:txBody>
          <a:bodyPr/>
          <a:lstStyle/>
          <a:p>
            <a:r>
              <a:rPr lang="en-US" dirty="0"/>
              <a:t>Chat page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FAB69CB1-A218-C215-319A-0C7A576EC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5111496"/>
            <a:ext cx="6083809" cy="1563623"/>
          </a:xfrm>
        </p:spPr>
        <p:txBody>
          <a:bodyPr/>
          <a:lstStyle/>
          <a:p>
            <a:r>
              <a:rPr lang="en-US" dirty="0"/>
              <a:t>CHAT NON-STOP WITH PEOPLE</a:t>
            </a:r>
          </a:p>
        </p:txBody>
      </p:sp>
      <p:pic>
        <p:nvPicPr>
          <p:cNvPr id="7" name="Picture Placeholder 6" descr="Illustration of a person standing next to a lightbulb">
            <a:extLst>
              <a:ext uri="{FF2B5EF4-FFF2-40B4-BE49-F238E27FC236}">
                <a16:creationId xmlns:a16="http://schemas.microsoft.com/office/drawing/2014/main" id="{7A2A2F74-2B74-8619-823C-DD4DDD8877E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62801" y="0"/>
            <a:ext cx="5029200" cy="6858000"/>
          </a:xfrm>
        </p:spPr>
      </p:pic>
    </p:spTree>
    <p:extLst>
      <p:ext uri="{BB962C8B-B14F-4D97-AF65-F5344CB8AC3E}">
        <p14:creationId xmlns:p14="http://schemas.microsoft.com/office/powerpoint/2010/main" val="12293082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178A8-68D2-B07C-AAD0-152978F2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C4FEE-9C82-8AA9-21B7-1A49595CE07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t="3163" b="9656"/>
          <a:stretch>
            <a:fillRect/>
          </a:stretch>
        </p:blipFill>
        <p:spPr>
          <a:xfrm>
            <a:off x="1102855" y="454104"/>
            <a:ext cx="3129512" cy="57889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5E3D99-D131-753E-C084-AE32BCBAF4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27" r="4081" b="18512"/>
          <a:stretch>
            <a:fillRect/>
          </a:stretch>
        </p:blipFill>
        <p:spPr>
          <a:xfrm>
            <a:off x="4751218" y="454103"/>
            <a:ext cx="3426130" cy="578897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1D6F11C-5980-9A8A-1AF6-CA21F816BD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97" t="3588" r="4097" b="11999"/>
          <a:stretch>
            <a:fillRect/>
          </a:stretch>
        </p:blipFill>
        <p:spPr>
          <a:xfrm>
            <a:off x="8696199" y="454103"/>
            <a:ext cx="3021874" cy="578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4548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79B30-52A4-52CB-ECDA-46804B57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453F37-39FD-CF4A-413B-92ADEBF9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" y="4323806"/>
            <a:ext cx="6930282" cy="1051560"/>
          </a:xfrm>
        </p:spPr>
        <p:txBody>
          <a:bodyPr/>
          <a:lstStyle/>
          <a:p>
            <a:r>
              <a:rPr lang="en-US" dirty="0"/>
              <a:t>CHAT ROOM</a:t>
            </a:r>
          </a:p>
        </p:txBody>
      </p:sp>
      <p:pic>
        <p:nvPicPr>
          <p:cNvPr id="6" name="Picture Placeholder 8" descr="Illustration of a person standing with a paper and pen">
            <a:extLst>
              <a:ext uri="{FF2B5EF4-FFF2-40B4-BE49-F238E27FC236}">
                <a16:creationId xmlns:a16="http://schemas.microsoft.com/office/drawing/2014/main" id="{F6AAB3DF-010B-06D0-DB98-3BB676A1D2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2" b="142"/>
          <a:stretch/>
        </p:blipFill>
        <p:spPr>
          <a:xfrm>
            <a:off x="8824480" y="0"/>
            <a:ext cx="3353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176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F8964-E42F-3D59-2E52-7DDA60FA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270354F-09C3-4324-6341-C2F481B2536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1530" t="520" r="1449" b="1676"/>
          <a:stretch>
            <a:fillRect/>
          </a:stretch>
        </p:blipFill>
        <p:spPr>
          <a:xfrm>
            <a:off x="8490859" y="479213"/>
            <a:ext cx="2777082" cy="58995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4B0CB3-A293-6560-D31C-F676B071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33" r="3674" b="4191"/>
          <a:stretch>
            <a:fillRect/>
          </a:stretch>
        </p:blipFill>
        <p:spPr>
          <a:xfrm>
            <a:off x="1110342" y="352697"/>
            <a:ext cx="2756263" cy="5899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C223CB-A5BB-2417-6AC7-9C631693DA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30" t="1143" r="4016" b="4447"/>
          <a:stretch>
            <a:fillRect/>
          </a:stretch>
        </p:blipFill>
        <p:spPr>
          <a:xfrm>
            <a:off x="4890816" y="369002"/>
            <a:ext cx="2777082" cy="588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4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8B3C6-46B6-F8AA-97B1-24A3A2D19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E57ED0-B367-F289-E118-80DFAD8FBF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8636204" y="293914"/>
            <a:ext cx="3002085" cy="61409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7693CDE-347D-2E3E-7CA5-4154541304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89" t="1334" r="2195" b="4537"/>
          <a:stretch>
            <a:fillRect/>
          </a:stretch>
        </p:blipFill>
        <p:spPr>
          <a:xfrm>
            <a:off x="1344945" y="293914"/>
            <a:ext cx="3186280" cy="62759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562EA3-2EC2-216B-2471-9E9D761D3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89" r="4544" b="4536"/>
          <a:stretch>
            <a:fillRect/>
          </a:stretch>
        </p:blipFill>
        <p:spPr>
          <a:xfrm>
            <a:off x="5080333" y="299720"/>
            <a:ext cx="3006763" cy="6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409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1D981-BC4D-1D4F-DF51-751AB9329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48EDB66-D892-A41A-E533-AC2739B372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9" t="1334" r="2195" b="4537"/>
          <a:stretch>
            <a:fillRect/>
          </a:stretch>
        </p:blipFill>
        <p:spPr>
          <a:xfrm>
            <a:off x="1096751" y="261606"/>
            <a:ext cx="3186280" cy="62759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F7194C-C406-6AB8-D9E0-B74E175E46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282"/>
          <a:stretch>
            <a:fillRect/>
          </a:stretch>
        </p:blipFill>
        <p:spPr>
          <a:xfrm>
            <a:off x="8727335" y="323493"/>
            <a:ext cx="3186280" cy="62110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9ECDEE-585E-6A4E-6AAE-34F7D2D315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286" r="3081" b="4286"/>
          <a:stretch>
            <a:fillRect/>
          </a:stretch>
        </p:blipFill>
        <p:spPr>
          <a:xfrm>
            <a:off x="4935641" y="261606"/>
            <a:ext cx="3139084" cy="6270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36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9EF19-5388-7845-4358-A7B72CC52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3F4619-F44D-2512-FFA8-67C48E220B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98"/>
          <a:stretch>
            <a:fillRect/>
          </a:stretch>
        </p:blipFill>
        <p:spPr>
          <a:xfrm>
            <a:off x="8138160" y="627017"/>
            <a:ext cx="2700580" cy="5786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2274A4B-5EBC-A84A-BF69-3E9609E24E9C}"/>
              </a:ext>
            </a:extLst>
          </p:cNvPr>
          <p:cNvSpPr txBox="1"/>
          <p:nvPr/>
        </p:nvSpPr>
        <p:spPr>
          <a:xfrm>
            <a:off x="1636123" y="2368957"/>
            <a:ext cx="60938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solidFill>
                  <a:srgbClr val="2C2C2C"/>
                </a:solidFill>
              </a:rPr>
              <a:t>CHAT ROOM RESULT</a:t>
            </a:r>
            <a:endParaRPr lang="en-IN" b="1" dirty="0">
              <a:solidFill>
                <a:srgbClr val="2C2C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797358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C0FA-DF4B-0253-C331-C3DABB59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52B760-6C37-FE19-A099-3171A60B83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29" y="4323806"/>
            <a:ext cx="6930282" cy="1051560"/>
          </a:xfrm>
        </p:spPr>
        <p:txBody>
          <a:bodyPr>
            <a:normAutofit fontScale="90000"/>
          </a:bodyPr>
          <a:lstStyle/>
          <a:p>
            <a:r>
              <a:rPr lang="en-US" dirty="0"/>
              <a:t>CHAT ROOM DETAILS</a:t>
            </a:r>
          </a:p>
        </p:txBody>
      </p:sp>
      <p:pic>
        <p:nvPicPr>
          <p:cNvPr id="6" name="Picture Placeholder 8" descr="Illustration of a person standing with a paper and pen">
            <a:extLst>
              <a:ext uri="{FF2B5EF4-FFF2-40B4-BE49-F238E27FC236}">
                <a16:creationId xmlns:a16="http://schemas.microsoft.com/office/drawing/2014/main" id="{86095F80-CF6C-8F96-45E5-47ACF27849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42" b="142"/>
          <a:stretch/>
        </p:blipFill>
        <p:spPr>
          <a:xfrm>
            <a:off x="8824480" y="0"/>
            <a:ext cx="3353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5127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34B41-355E-9827-0FFB-F4A3DFA2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C217BC-EDB6-D416-EA47-12D5607106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05" r="4095"/>
          <a:stretch>
            <a:fillRect/>
          </a:stretch>
        </p:blipFill>
        <p:spPr>
          <a:xfrm>
            <a:off x="1198379" y="236725"/>
            <a:ext cx="3007861" cy="6335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FF3A3-CA03-2291-96A4-8BD0AC1265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79" t="2286" r="2922" b="1714"/>
          <a:stretch>
            <a:fillRect/>
          </a:stretch>
        </p:blipFill>
        <p:spPr>
          <a:xfrm>
            <a:off x="8377648" y="236725"/>
            <a:ext cx="3187337" cy="63845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C70C37-3953-3B88-82CB-630345CE64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29" r="2068" b="1999"/>
          <a:stretch>
            <a:fillRect/>
          </a:stretch>
        </p:blipFill>
        <p:spPr>
          <a:xfrm>
            <a:off x="4648154" y="285711"/>
            <a:ext cx="3187337" cy="633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2787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2F775-423D-14A0-39C0-B1C81C2A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A51558-56BB-F441-3F19-D64CB58B5B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86" b="1905"/>
          <a:stretch>
            <a:fillRect/>
          </a:stretch>
        </p:blipFill>
        <p:spPr>
          <a:xfrm>
            <a:off x="5079073" y="171850"/>
            <a:ext cx="3095897" cy="6529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BBD81-F588-D9E2-EC87-F7F19CFFA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26" t="3618" r="5047" b="2857"/>
          <a:stretch>
            <a:fillRect/>
          </a:stretch>
        </p:blipFill>
        <p:spPr>
          <a:xfrm>
            <a:off x="1153481" y="107932"/>
            <a:ext cx="3178897" cy="65858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821C27-6589-4C64-2179-4DA7DA9FD7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22" r="3423" b="762"/>
          <a:stretch>
            <a:fillRect/>
          </a:stretch>
        </p:blipFill>
        <p:spPr>
          <a:xfrm>
            <a:off x="8691826" y="164250"/>
            <a:ext cx="3095898" cy="6529499"/>
          </a:xfrm>
          <a:prstGeom prst="rect">
            <a:avLst/>
          </a:prstGeom>
        </p:spPr>
      </p:pic>
      <p:pic>
        <p:nvPicPr>
          <p:cNvPr id="10" name="Picture Placeholder 7" descr="Bright graphic of peoples faces&#10;">
            <a:extLst>
              <a:ext uri="{FF2B5EF4-FFF2-40B4-BE49-F238E27FC236}">
                <a16:creationId xmlns:a16="http://schemas.microsoft.com/office/drawing/2014/main" id="{964901F5-F5F9-703E-83AE-84A3AFB0C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6" r="36"/>
          <a:stretch/>
        </p:blipFill>
        <p:spPr>
          <a:xfrm>
            <a:off x="-4715691" y="-1"/>
            <a:ext cx="43783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81389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5A1B2-A8DC-E71D-1745-FDB3E3D50B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75961" y="320040"/>
            <a:ext cx="5486400" cy="3685033"/>
          </a:xfrm>
        </p:spPr>
        <p:txBody>
          <a:bodyPr>
            <a:normAutofit/>
          </a:bodyPr>
          <a:lstStyle/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pic>
        <p:nvPicPr>
          <p:cNvPr id="8" name="Picture Placeholder 7" descr="Bright graphic of peoples faces&#10;">
            <a:extLst>
              <a:ext uri="{FF2B5EF4-FFF2-40B4-BE49-F238E27FC236}">
                <a16:creationId xmlns:a16="http://schemas.microsoft.com/office/drawing/2014/main" id="{206C932F-8EE7-DE54-57B0-5868A0FA4FA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" r="36"/>
          <a:stretch/>
        </p:blipFill>
        <p:spPr>
          <a:xfrm>
            <a:off x="0" y="0"/>
            <a:ext cx="4378325" cy="6858000"/>
          </a:xfrm>
        </p:spPr>
      </p:pic>
    </p:spTree>
    <p:extLst>
      <p:ext uri="{BB962C8B-B14F-4D97-AF65-F5344CB8AC3E}">
        <p14:creationId xmlns:p14="http://schemas.microsoft.com/office/powerpoint/2010/main" val="291153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89910445_win32_SD_v9" id="{06F4C8C2-4DE9-47EA-AB67-C39A340F06B9}" vid="{A9F689A9-9FA2-4B4A-A637-CFCEAC13416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98149E0-B689-4311-816B-AE5BF5B860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D43940-FD1E-4F30-91F9-78B652C8389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4401DB-1BF8-45E1-B754-4B28691CFDD3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100</TotalTime>
  <Words>82</Words>
  <Application>Microsoft Office PowerPoint</Application>
  <PresentationFormat>Widescreen</PresentationFormat>
  <Paragraphs>36</Paragraphs>
  <Slides>24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Corbel</vt:lpstr>
      <vt:lpstr>Wingdings</vt:lpstr>
      <vt:lpstr>Banded</vt:lpstr>
      <vt:lpstr>Uniconnect   private chat</vt:lpstr>
      <vt:lpstr>Explaining about</vt:lpstr>
      <vt:lpstr>REGISTRATION PAGE</vt:lpstr>
      <vt:lpstr>PowerPoint Presentation</vt:lpstr>
      <vt:lpstr>PowerPoint Presentation</vt:lpstr>
      <vt:lpstr>PRIVATE CHAT </vt:lpstr>
      <vt:lpstr>DIRECTORY PAGE</vt:lpstr>
      <vt:lpstr>PowerPoint Presentation</vt:lpstr>
      <vt:lpstr>request &amp; RESPONSE</vt:lpstr>
      <vt:lpstr>PowerPoint Presentation</vt:lpstr>
      <vt:lpstr>PowerPoint Presentation</vt:lpstr>
      <vt:lpstr>IGNORE REQUEST</vt:lpstr>
      <vt:lpstr>User a               user b</vt:lpstr>
      <vt:lpstr>Chat page</vt:lpstr>
      <vt:lpstr>PowerPoint Presentation</vt:lpstr>
      <vt:lpstr>CHAT ROOM</vt:lpstr>
      <vt:lpstr>PowerPoint Presentation</vt:lpstr>
      <vt:lpstr>PowerPoint Presentation</vt:lpstr>
      <vt:lpstr>PowerPoint Presentation</vt:lpstr>
      <vt:lpstr>PowerPoint Presentation</vt:lpstr>
      <vt:lpstr>CHAT ROOM DETAILS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balac6796@gmail.com</dc:creator>
  <cp:lastModifiedBy>balac6796@gmail.com</cp:lastModifiedBy>
  <cp:revision>9</cp:revision>
  <dcterms:created xsi:type="dcterms:W3CDTF">2026-07-12T04:13:53Z</dcterms:created>
  <dcterms:modified xsi:type="dcterms:W3CDTF">2026-07-12T06:08:35Z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